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D7C8B"/>
    <a:srgbClr val="00FF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77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6BFE6-A988-05A0-4D6C-B64DE3315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0742F0-610A-D768-85D7-257F9E14F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F1ABC-292D-EE40-E79B-2F9ACE860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2FCEAB-8ABA-41A4-E047-C88CDECF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DD3A1-3FE0-EFF6-5CB8-6728C2BD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7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C88CA-639D-2B3A-C156-3AA73E263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ED7BB-0DC1-12C7-8DAF-BB7A682C6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F30027-9A3A-5844-3778-DC2C643E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2D459A-A20B-A8C4-B723-B50BF7B7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50078-2FF8-1F19-28A1-6FC8CAFEE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39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8AB3-6F9C-4F7B-4875-66D927AE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7D7F62-B2A6-1F3A-C3A0-015417CE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0E0F89-B1C8-C1AD-19EC-A7E41EFC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D7857-9B00-D293-21CA-395A2D26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951AD8-D56C-1B06-6637-DCAAA443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22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0B510-C90C-97F9-65C8-365E0FC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38EA4B-A058-EB6C-C4E6-03885B971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72154B-09F3-BD30-A918-33E285DC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D9F1C5-BA50-FCC1-37F9-8AF89641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AEA646-4B6C-BCBF-96A7-C0505CD4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0A2B35-295D-12D0-8F48-F6E1ECA6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589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D1A78-BBBB-2662-C056-7D686967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3CFF3F-0F4D-24E4-3E2D-B392F2CC8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C34200-165E-CC77-6DF3-EFD12E0F6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89C385-4C64-4FFA-09BB-D916A6647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6FAEE6-5217-2DEA-F85E-DF15F722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29B503-E60F-B5C7-C92D-138A5C15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F874BA-2FE8-4BD3-5D55-80FCE8E9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463DBD-5291-F0D5-7206-B57AF628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91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1652D-3871-29F1-05E2-4CA40240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E2FD75-7296-B571-5B03-FCBFEE46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7D86CD-53DA-7CDD-ED3B-B598DE01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14A2D2-2E9D-0FBB-BEE6-81E5CDDC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22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925706-C951-2F30-0ADB-B2F3419E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DBFC6A-C59C-C29E-ABE6-79D4F24F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A4202-893E-C6F8-00D2-97EDE0C4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38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4D6EE-AE3D-B884-3C0C-F3604ED80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43D65-8F64-0557-BD82-3CDE3E1F4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FEFABD-4471-3F18-4652-EE4FF9C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12E23C-090B-7C6C-8D24-23A8C1FD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7F5E6B-E3E5-FFE7-BCC6-906E2998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6648B8-D498-C609-F553-003A97D7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1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E26DB-A1EB-4ABD-9C7B-83FCFFA1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80F5CA-A771-769A-E97D-5DB5168C2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7A63C7-FCFA-E52B-4DAB-A73C99751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F6AAF4-C3F3-95AA-0AF5-D1ADE4A0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BCF9D9-74CC-942C-2C20-CABEB944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A9B6A-5959-E24F-DB23-E63223CF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64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149A0-9C1C-63F3-76B6-5151BD00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7F4828-0374-4AA3-F4CB-29CCDD767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4ABA8-7DFF-DC00-F09D-F4825A80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21DA4-D784-296A-68AA-2CC7EC5C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5C3F5-D817-9133-85BB-A18D0957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83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982D23-747C-9CE5-1A17-D5A8626AD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6A6B45-A8C6-D027-D18B-8B349372A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F453D-0986-0904-C990-B2AC3F725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96562-911F-3970-15BC-1E14F067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0E246-BFE8-D986-5351-BF554459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0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C51F6D-916D-64C0-67B8-612C4C7D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7D5687-75D5-262F-606E-00BB9AE76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16918-B776-4DB2-4746-8DDD59627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B4F019-CC96-46FE-A2C9-130D65A3D1FD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D9EB9-86B8-FDF6-5205-6D693C5D9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762E9-057E-C82A-B03D-2BD4EDFFF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8F3FC-D2F7-4C12-B31B-BE2F7BB74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3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FAF4611-C1B1-5598-EDF2-4BEB53F8B241}"/>
              </a:ext>
            </a:extLst>
          </p:cNvPr>
          <p:cNvSpPr/>
          <p:nvPr/>
        </p:nvSpPr>
        <p:spPr>
          <a:xfrm>
            <a:off x="2377440" y="294640"/>
            <a:ext cx="6065520" cy="1036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00F3627-E970-9AB0-9410-3512CDD8905C}"/>
              </a:ext>
            </a:extLst>
          </p:cNvPr>
          <p:cNvSpPr txBox="1"/>
          <p:nvPr/>
        </p:nvSpPr>
        <p:spPr>
          <a:xfrm>
            <a:off x="4510921" y="624869"/>
            <a:ext cx="1681316" cy="3693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Group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EE8198-246F-40F6-FA1A-D76185727B0E}"/>
              </a:ext>
            </a:extLst>
          </p:cNvPr>
          <p:cNvSpPr txBox="1"/>
          <p:nvPr/>
        </p:nvSpPr>
        <p:spPr>
          <a:xfrm>
            <a:off x="2377440" y="1085800"/>
            <a:ext cx="2036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Silence</a:t>
            </a:r>
            <a:endParaRPr lang="zh-CN" alt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1EAB91-10B1-C1A3-AEC1-783305D2E7F8}"/>
              </a:ext>
            </a:extLst>
          </p:cNvPr>
          <p:cNvSpPr/>
          <p:nvPr/>
        </p:nvSpPr>
        <p:spPr>
          <a:xfrm>
            <a:off x="2377440" y="2437190"/>
            <a:ext cx="6065520" cy="1036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A44F4F-C6CB-04DE-577D-F105B109A2ED}"/>
              </a:ext>
            </a:extLst>
          </p:cNvPr>
          <p:cNvSpPr txBox="1"/>
          <p:nvPr/>
        </p:nvSpPr>
        <p:spPr>
          <a:xfrm>
            <a:off x="2746436" y="2770684"/>
            <a:ext cx="2333564" cy="369332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Frequency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6085D6-88C6-BC65-4D83-5EB5DD55051F}"/>
              </a:ext>
            </a:extLst>
          </p:cNvPr>
          <p:cNvSpPr txBox="1"/>
          <p:nvPr/>
        </p:nvSpPr>
        <p:spPr>
          <a:xfrm>
            <a:off x="2377440" y="3228350"/>
            <a:ext cx="2036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Audible</a:t>
            </a:r>
            <a:endParaRPr lang="zh-CN" alt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5AA5926E-EC7C-488B-A62C-92B811B38E75}"/>
              </a:ext>
            </a:extLst>
          </p:cNvPr>
          <p:cNvSpPr/>
          <p:nvPr/>
        </p:nvSpPr>
        <p:spPr>
          <a:xfrm>
            <a:off x="4960620" y="1362650"/>
            <a:ext cx="548640" cy="104527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E91DA96-2686-E7B0-EA01-85BE5EFCF7A5}"/>
              </a:ext>
            </a:extLst>
          </p:cNvPr>
          <p:cNvSpPr/>
          <p:nvPr/>
        </p:nvSpPr>
        <p:spPr>
          <a:xfrm>
            <a:off x="2377440" y="4652834"/>
            <a:ext cx="6065520" cy="1036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E2FA287-19DD-B42D-8677-2CA6438DEEB2}"/>
              </a:ext>
            </a:extLst>
          </p:cNvPr>
          <p:cNvSpPr txBox="1"/>
          <p:nvPr/>
        </p:nvSpPr>
        <p:spPr>
          <a:xfrm>
            <a:off x="2377440" y="5443994"/>
            <a:ext cx="2036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</a:t>
            </a:r>
            <a:endParaRPr lang="zh-CN" alt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93E15541-34D6-8655-E3E5-461B2FE42F4B}"/>
              </a:ext>
            </a:extLst>
          </p:cNvPr>
          <p:cNvSpPr/>
          <p:nvPr/>
        </p:nvSpPr>
        <p:spPr>
          <a:xfrm>
            <a:off x="4960620" y="3578294"/>
            <a:ext cx="548640" cy="1045270"/>
          </a:xfrm>
          <a:prstGeom prst="downArrow">
            <a:avLst/>
          </a:prstGeom>
          <a:ln>
            <a:solidFill>
              <a:srgbClr val="0D7C8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 descr="Premium Photo | Algae Based Biodegradable Water Bottle on a White or ...">
            <a:extLst>
              <a:ext uri="{FF2B5EF4-FFF2-40B4-BE49-F238E27FC236}">
                <a16:creationId xmlns:a16="http://schemas.microsoft.com/office/drawing/2014/main" id="{E8D82CF2-FC55-1B65-A7F8-1E1FE95BC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53" r="35270"/>
          <a:stretch>
            <a:fillRect/>
          </a:stretch>
        </p:blipFill>
        <p:spPr bwMode="auto">
          <a:xfrm>
            <a:off x="9122062" y="1505131"/>
            <a:ext cx="1384996" cy="290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A1E6F2B-A4DB-C1DA-698B-3E02456C127A}"/>
              </a:ext>
            </a:extLst>
          </p:cNvPr>
          <p:cNvSpPr txBox="1"/>
          <p:nvPr/>
        </p:nvSpPr>
        <p:spPr>
          <a:xfrm>
            <a:off x="5594698" y="2770683"/>
            <a:ext cx="2333564" cy="369332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Loudness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15305CB-F2C3-B1FC-6601-38E93DC8F194}"/>
              </a:ext>
            </a:extLst>
          </p:cNvPr>
          <p:cNvSpPr txBox="1"/>
          <p:nvPr/>
        </p:nvSpPr>
        <p:spPr>
          <a:xfrm>
            <a:off x="2746436" y="5045392"/>
            <a:ext cx="2333564" cy="36933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Frequency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8BAE15-1B2B-4646-4636-C2FA0065AE83}"/>
              </a:ext>
            </a:extLst>
          </p:cNvPr>
          <p:cNvSpPr txBox="1"/>
          <p:nvPr/>
        </p:nvSpPr>
        <p:spPr>
          <a:xfrm>
            <a:off x="5594698" y="5045391"/>
            <a:ext cx="2333564" cy="36933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Timeframe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6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Zhixuan Zhou</dc:creator>
  <cp:lastModifiedBy>Zhixuan Zhou</cp:lastModifiedBy>
  <cp:revision>1</cp:revision>
  <dcterms:created xsi:type="dcterms:W3CDTF">2026-04-09T03:19:24Z</dcterms:created>
  <dcterms:modified xsi:type="dcterms:W3CDTF">2026-04-09T03:49:48Z</dcterms:modified>
</cp:coreProperties>
</file>